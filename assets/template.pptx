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 Neutral Layout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Neutral Reusable Template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>
        <a:defRPr sz="3800">
          <a:latin typeface="Microsoft YaHei"/>
          <a:ea typeface="Microsoft YaHei"/>
          <a:cs typeface="Microsoft YaHei"/>
        </a:defRPr>
      </a:lvl1pPr>
    </p:titleStyle>
    <p:bodyStyle>
      <a:lvl1pPr>
        <a:defRPr sz="2200">
          <a:latin typeface="Microsoft YaHei"/>
          <a:ea typeface="Microsoft YaHei"/>
          <a:cs typeface="Microsoft YaHei"/>
        </a:defRPr>
      </a:lvl1pPr>
    </p:bodyStyle>
    <p:otherStyle>
      <a:lvl1pPr>
        <a:defRPr sz="2200">
          <a:latin typeface="Microsoft YaHei"/>
          <a:ea typeface="Microsoft YaHei"/>
          <a:cs typeface="Microsoft YaHei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ver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42B1F"/>
              </a:gs>
              <a:gs pos="55000">
                <a:srgbClr val="A81410"/>
              </a:gs>
              <a:gs pos="100000">
                <a:srgbClr val="8C0E0B"/>
              </a:gs>
            </a:gsLst>
            <a:lin ang="3900000" scaled="1"/>
          </a:gra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 rot="0" flipH="0" flipV="0">
            <a:off x="640080" y="612648"/>
            <a:ext cx="10908792" cy="384048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000" spc="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已净化可复用模板</a:t>
            </a:r>
          </a:p>
        </p:txBody>
      </p:sp>
      <p:sp>
        <p:nvSpPr>
          <p:cNvPr id="4" name="Placeholder 4"/>
          <p:cNvSpPr/>
          <p:nvPr/>
        </p:nvSpPr>
        <p:spPr>
          <a:xfrm rot="0" flipH="0" flipV="0">
            <a:off x="5619750" y="1066800"/>
            <a:ext cx="952500" cy="28575"/>
          </a:xfrm>
          <a:prstGeom prst="rect">
            <a:avLst/>
          </a:prstGeom>
          <a:solidFill>
            <a:srgbClr val="E6C27A"/>
          </a:soli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 rot="0" flipH="0" flipV="0">
            <a:off x="2895600" y="1809750"/>
            <a:ext cx="6400800" cy="1028700"/>
          </a:xfrm>
          <a:prstGeom prst="rect"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6750" b="1" spc="4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主题标题</a:t>
            </a:r>
          </a:p>
        </p:txBody>
      </p:sp>
      <p:sp>
        <p:nvSpPr>
          <p:cNvPr id="6" name="Placeholder 6"/>
          <p:cNvSpPr/>
          <p:nvPr/>
        </p:nvSpPr>
        <p:spPr>
          <a:xfrm rot="0" flipH="0" flipV="0">
            <a:off x="2895600" y="3067050"/>
            <a:ext cx="6400800" cy="1028700"/>
          </a:xfrm>
          <a:prstGeom prst="rect"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6750" b="1" spc="450">
                <a:solidFill>
                  <a:srgbClr val="E6C27A"/>
                </a:solidFill>
                <a:latin typeface="Microsoft YaHei"/>
                <a:ea typeface="Microsoft YaHei"/>
                <a:cs typeface="Microsoft YaHei"/>
              </a:rPr>
              <a:t>副标题</a:t>
            </a:r>
          </a:p>
        </p:txBody>
      </p:sp>
      <p:sp>
        <p:nvSpPr>
          <p:cNvPr id="7" name="Placeholder 7"/>
          <p:cNvSpPr/>
          <p:nvPr/>
        </p:nvSpPr>
        <p:spPr>
          <a:xfrm rot="0" flipH="0" flipV="0">
            <a:off x="777240" y="4629912"/>
            <a:ext cx="10634472" cy="777240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0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  <a:cs typeface="Microsoft YaHei"/>
              </a:rPr>
              <a:t>内容概要占位</a:t>
            </a:r>
          </a:p>
        </p:txBody>
      </p:sp>
      <p:sp>
        <p:nvSpPr>
          <p:cNvPr id="8" name="Placeholder 8"/>
          <p:cNvSpPr/>
          <p:nvPr/>
        </p:nvSpPr>
        <p:spPr>
          <a:xfrm rot="0" flipH="0" flipV="0">
            <a:off x="3749040" y="5349240"/>
            <a:ext cx="2468880" cy="384048"/>
          </a:xfrm>
          <a:prstGeom prst="rect"/>
        </p:spPr>
        <p:txBody>
          <a:bodyPr wrap="square" lIns="0" tIns="0" rIns="0" bIns="0">
            <a:noAutofit/>
          </a:bodyPr>
          <a:lstStyle/>
          <a:p>
            <a:pPr latinLnBrk="0" eaLnBrk="1">
              <a:lnSpc>
                <a:spcPct val="108000"/>
              </a:lnSpc>
            </a:pPr>
            <a:r>
              <a:rPr lang="zh-CN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主讲人占位</a:t>
            </a:r>
          </a:p>
        </p:txBody>
      </p:sp>
      <p:sp>
        <p:nvSpPr>
          <p:cNvPr id="9" name="Placeholder 9"/>
          <p:cNvSpPr/>
          <p:nvPr/>
        </p:nvSpPr>
        <p:spPr>
          <a:xfrm rot="0" flipH="0" flipV="0">
            <a:off x="6029325" y="5343525"/>
            <a:ext cx="9525" cy="209550"/>
          </a:xfrm>
          <a:prstGeom prst="rect">
            <a:avLst/>
          </a:prstGeom>
          <a:solidFill>
            <a:srgbClr val="E6C27A">
              <a:alpha val="70000"/>
            </a:srgbClr>
          </a:soli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Placeholder 10"/>
          <p:cNvSpPr/>
          <p:nvPr/>
        </p:nvSpPr>
        <p:spPr>
          <a:xfrm rot="0" flipH="0" flipV="0">
            <a:off x="6446520" y="5349240"/>
            <a:ext cx="2651760" cy="384048"/>
          </a:xfrm>
          <a:prstGeom prst="rect"/>
        </p:spPr>
        <p:txBody>
          <a:bodyPr wrap="square" lIns="0" tIns="0" rIns="0" bIns="0">
            <a:noAutofit/>
          </a:bodyPr>
          <a:lstStyle/>
          <a:p>
            <a:pPr latinLnBrk="0" eaLnBrk="1">
              <a:lnSpc>
                <a:spcPct val="108000"/>
              </a:lnSpc>
            </a:pPr>
            <a:r>
              <a:rPr lang="zh-CN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日期占位</a:t>
            </a:r>
          </a:p>
        </p:txBody>
      </p:sp>
      <p:sp>
        <p:nvSpPr>
          <p:cNvPr id="11" name="Placeholder 11"/>
          <p:cNvSpPr/>
          <p:nvPr/>
        </p:nvSpPr>
        <p:spPr>
          <a:xfrm rot="0" flipH="0" flipV="0">
            <a:off x="0" y="5943600"/>
            <a:ext cx="12192000" cy="9144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ntents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713232" y="521208"/>
            <a:ext cx="1078992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40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5" name="Placeholder 5"/>
          <p:cNvSpPr/>
          <p:nvPr/>
        </p:nvSpPr>
        <p:spPr>
          <a:xfrm>
            <a:off x="714375" y="1952625"/>
            <a:ext cx="5286375" cy="169545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Placeholder 6"/>
          <p:cNvSpPr/>
          <p:nvPr/>
        </p:nvSpPr>
        <p:spPr>
          <a:xfrm>
            <a:off x="714375" y="1952625"/>
            <a:ext cx="5286375" cy="38100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Placeholder 7"/>
          <p:cNvSpPr/>
          <p:nvPr/>
        </p:nvSpPr>
        <p:spPr>
          <a:xfrm>
            <a:off x="904875" y="2524125"/>
            <a:ext cx="61912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2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laceholder 8"/>
          <p:cNvSpPr/>
          <p:nvPr/>
        </p:nvSpPr>
        <p:spPr>
          <a:xfrm>
            <a:off x="1666875" y="2524125"/>
            <a:ext cx="414337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800" b="1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章节标题一</a:t>
            </a:r>
          </a:p>
        </p:txBody>
      </p:sp>
      <p:sp>
        <p:nvSpPr>
          <p:cNvPr id="9" name="Placeholder 9"/>
          <p:cNvSpPr/>
          <p:nvPr/>
        </p:nvSpPr>
        <p:spPr>
          <a:xfrm>
            <a:off x="6200775" y="1952625"/>
            <a:ext cx="5286375" cy="169545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Placeholder 10"/>
          <p:cNvSpPr/>
          <p:nvPr/>
        </p:nvSpPr>
        <p:spPr>
          <a:xfrm>
            <a:off x="6200775" y="1952625"/>
            <a:ext cx="5286375" cy="38100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Placeholder 11"/>
          <p:cNvSpPr/>
          <p:nvPr/>
        </p:nvSpPr>
        <p:spPr>
          <a:xfrm>
            <a:off x="6391275" y="2524125"/>
            <a:ext cx="61912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2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laceholder 12"/>
          <p:cNvSpPr/>
          <p:nvPr/>
        </p:nvSpPr>
        <p:spPr>
          <a:xfrm>
            <a:off x="7153275" y="2524125"/>
            <a:ext cx="414337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800" b="1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章节标题二</a:t>
            </a:r>
          </a:p>
        </p:txBody>
      </p:sp>
      <p:sp>
        <p:nvSpPr>
          <p:cNvPr id="13" name="Placeholder 13"/>
          <p:cNvSpPr/>
          <p:nvPr/>
        </p:nvSpPr>
        <p:spPr>
          <a:xfrm>
            <a:off x="714375" y="3924300"/>
            <a:ext cx="5286375" cy="169545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Placeholder 14"/>
          <p:cNvSpPr/>
          <p:nvPr/>
        </p:nvSpPr>
        <p:spPr>
          <a:xfrm>
            <a:off x="714375" y="3924300"/>
            <a:ext cx="5286375" cy="38100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Placeholder 15"/>
          <p:cNvSpPr/>
          <p:nvPr/>
        </p:nvSpPr>
        <p:spPr>
          <a:xfrm>
            <a:off x="904875" y="4495800"/>
            <a:ext cx="61912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2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laceholder 16"/>
          <p:cNvSpPr/>
          <p:nvPr/>
        </p:nvSpPr>
        <p:spPr>
          <a:xfrm>
            <a:off x="1666875" y="4495800"/>
            <a:ext cx="414337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800" b="1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章节标题三</a:t>
            </a:r>
          </a:p>
        </p:txBody>
      </p:sp>
      <p:sp>
        <p:nvSpPr>
          <p:cNvPr id="17" name="Placeholder 17"/>
          <p:cNvSpPr/>
          <p:nvPr/>
        </p:nvSpPr>
        <p:spPr>
          <a:xfrm>
            <a:off x="6200775" y="3924300"/>
            <a:ext cx="5286375" cy="169545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Placeholder 18"/>
          <p:cNvSpPr/>
          <p:nvPr/>
        </p:nvSpPr>
        <p:spPr>
          <a:xfrm>
            <a:off x="6200775" y="3924300"/>
            <a:ext cx="5286375" cy="38100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9" name="Placeholder 19"/>
          <p:cNvSpPr/>
          <p:nvPr/>
        </p:nvSpPr>
        <p:spPr>
          <a:xfrm>
            <a:off x="6391275" y="4495800"/>
            <a:ext cx="61912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2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Placeholder 20"/>
          <p:cNvSpPr/>
          <p:nvPr/>
        </p:nvSpPr>
        <p:spPr>
          <a:xfrm>
            <a:off x="7153275" y="4495800"/>
            <a:ext cx="4143375" cy="5524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800" b="1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章节标题四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hapter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658368" y="603504"/>
            <a:ext cx="5047488" cy="45720"/>
          </a:xfrm>
          <a:prstGeom prst="rect">
            <a:avLst/>
          </a:prstGeom>
          <a:solidFill>
            <a:srgbClr val="D9C6A4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>
            <a:off x="723900" y="1809750"/>
            <a:ext cx="2286000" cy="104775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72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laceholder 6"/>
          <p:cNvSpPr/>
          <p:nvPr/>
        </p:nvSpPr>
        <p:spPr>
          <a:xfrm>
            <a:off x="723900" y="2952750"/>
            <a:ext cx="5238750" cy="152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zh-CN" sz="46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zh-CN" sz="46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章节副标题</a:t>
            </a:r>
          </a:p>
        </p:txBody>
      </p:sp>
      <p:sp>
        <p:nvSpPr>
          <p:cNvPr id="7" name="Placeholder 7"/>
          <p:cNvSpPr/>
          <p:nvPr/>
        </p:nvSpPr>
        <p:spPr>
          <a:xfrm>
            <a:off x="723900" y="4667250"/>
            <a:ext cx="1097280" cy="22860"/>
          </a:xfrm>
          <a:prstGeom prst="rect">
            <a:avLst/>
          </a:prstGeom>
          <a:solidFill>
            <a:srgbClr val="9E783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Placeholder 8"/>
          <p:cNvSpPr/>
          <p:nvPr/>
        </p:nvSpPr>
        <p:spPr>
          <a:xfrm>
            <a:off x="6510528" y="1042416"/>
            <a:ext cx="4983480" cy="4974336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Placeholder 9"/>
          <p:cNvSpPr/>
          <p:nvPr/>
        </p:nvSpPr>
        <p:spPr>
          <a:xfrm>
            <a:off x="6675120" y="1207008"/>
            <a:ext cx="4654296" cy="3822192"/>
          </a:xfrm>
          <a:prstGeom prst="rect">
            <a:avLst/>
          </a:prstGeom>
          <a:solidFill>
            <a:srgbClr val="F7F2E9"/>
          </a:solidFill>
          <a:ln w="9525">
            <a:solidFill>
              <a:srgbClr val="D9C6A4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sz="2800">
                <a:solidFill>
                  <a:srgbClr val="9E783F"/>
                </a:solidFill>
                <a:latin typeface="Microsoft YaHei"/>
                <a:ea typeface="Microsoft YaHei"/>
                <a:cs typeface="Microsoft YaHei"/>
              </a:rPr>
              <a:t>图片区域</a:t>
            </a:r>
          </a:p>
        </p:txBody>
      </p:sp>
      <p:sp>
        <p:nvSpPr>
          <p:cNvPr id="10" name="Placeholder 10"/>
          <p:cNvSpPr/>
          <p:nvPr/>
        </p:nvSpPr>
        <p:spPr>
          <a:xfrm>
            <a:off x="6675120" y="5212080"/>
            <a:ext cx="4654296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000" b="0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图片说明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mage-and-data-placeholders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>
            <a:off x="585216" y="228600"/>
            <a:ext cx="64008" cy="56692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Placeholder 6"/>
          <p:cNvSpPr/>
          <p:nvPr/>
        </p:nvSpPr>
        <p:spPr>
          <a:xfrm>
            <a:off x="822960" y="219456"/>
            <a:ext cx="107899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8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一、章节标题</a:t>
            </a:r>
          </a:p>
        </p:txBody>
      </p:sp>
      <p:sp>
        <p:nvSpPr>
          <p:cNvPr id="7" name="Placeholder 7"/>
          <p:cNvSpPr/>
          <p:nvPr/>
        </p:nvSpPr>
        <p:spPr>
          <a:xfrm>
            <a:off x="640080" y="1024128"/>
            <a:ext cx="10927080" cy="22860"/>
          </a:xfrm>
          <a:prstGeom prst="rect">
            <a:avLst/>
          </a:prstGeom>
          <a:solidFill>
            <a:srgbClr val="D9C6A4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Placeholder 8"/>
          <p:cNvSpPr/>
          <p:nvPr/>
        </p:nvSpPr>
        <p:spPr>
          <a:xfrm>
            <a:off x="685800" y="1225296"/>
            <a:ext cx="10881360" cy="53949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0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图文与数据占位</a:t>
            </a:r>
          </a:p>
        </p:txBody>
      </p:sp>
      <p:sp>
        <p:nvSpPr>
          <p:cNvPr id="9" name="Placeholder 9"/>
          <p:cNvSpPr/>
          <p:nvPr/>
        </p:nvSpPr>
        <p:spPr>
          <a:xfrm>
            <a:off x="685800" y="2240280"/>
            <a:ext cx="5166360" cy="3483457"/>
          </a:xfrm>
          <a:prstGeom prst="rect">
            <a:avLst/>
          </a:prstGeom>
          <a:solidFill>
            <a:srgbClr val="F7F2E9"/>
          </a:solidFill>
          <a:ln w="9525">
            <a:solidFill>
              <a:srgbClr val="D9C6A4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sz="2800">
                <a:solidFill>
                  <a:srgbClr val="9E783F"/>
                </a:solidFill>
                <a:latin typeface="Microsoft YaHei"/>
                <a:ea typeface="Microsoft YaHei"/>
                <a:cs typeface="Microsoft YaHei"/>
              </a:rPr>
              <a:t>图片区域</a:t>
            </a:r>
          </a:p>
        </p:txBody>
      </p:sp>
      <p:sp>
        <p:nvSpPr>
          <p:cNvPr id="10" name="Placeholder 10"/>
          <p:cNvSpPr/>
          <p:nvPr/>
        </p:nvSpPr>
        <p:spPr>
          <a:xfrm>
            <a:off x="694944" y="1773936"/>
            <a:ext cx="1081735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范围与口径说明占位</a:t>
            </a:r>
          </a:p>
        </p:txBody>
      </p:sp>
      <p:sp>
        <p:nvSpPr>
          <p:cNvPr id="11" name="Placeholder 11"/>
          <p:cNvSpPr/>
          <p:nvPr/>
        </p:nvSpPr>
        <p:spPr>
          <a:xfrm>
            <a:off x="6153912" y="2240280"/>
            <a:ext cx="2569464" cy="2194560"/>
          </a:xfrm>
          <a:prstGeom prst="rect">
            <a:avLst/>
          </a:prstGeom>
          <a:solidFill>
            <a:srgbClr val="F7F2E9"/>
          </a:solidFill>
          <a:ln w="12859">
            <a:solidFill>
              <a:srgbClr val="D9C6A4"/>
            </a:solidFill>
            <a:prstDash val="solid"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Placeholder 12"/>
          <p:cNvSpPr/>
          <p:nvPr/>
        </p:nvSpPr>
        <p:spPr>
          <a:xfrm>
            <a:off x="8924544" y="2240280"/>
            <a:ext cx="2578608" cy="2194560"/>
          </a:xfrm>
          <a:prstGeom prst="rect">
            <a:avLst/>
          </a:prstGeom>
          <a:solidFill>
            <a:srgbClr val="F7F2E9"/>
          </a:solidFill>
          <a:ln w="12859">
            <a:solidFill>
              <a:srgbClr val="D9C6A4"/>
            </a:solidFill>
            <a:prstDash val="solid"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Placeholder 13"/>
          <p:cNvSpPr/>
          <p:nvPr/>
        </p:nvSpPr>
        <p:spPr>
          <a:xfrm>
            <a:off x="6318504" y="2523744"/>
            <a:ext cx="224028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200" b="1" lang="zh-CN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00" b="1" lang="zh-CN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数据A</a:t>
            </a:r>
          </a:p>
        </p:txBody>
      </p:sp>
      <p:sp>
        <p:nvSpPr>
          <p:cNvPr id="14" name="Placeholder 14"/>
          <p:cNvSpPr/>
          <p:nvPr/>
        </p:nvSpPr>
        <p:spPr>
          <a:xfrm>
            <a:off x="9089136" y="2523744"/>
            <a:ext cx="2249424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200" b="1" lang="zh-CN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00" b="1" lang="zh-CN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数据B</a:t>
            </a:r>
          </a:p>
        </p:txBody>
      </p:sp>
      <p:sp>
        <p:nvSpPr>
          <p:cNvPr id="15" name="Placeholder 15"/>
          <p:cNvSpPr/>
          <p:nvPr/>
        </p:nvSpPr>
        <p:spPr>
          <a:xfrm>
            <a:off x="6318504" y="3502152"/>
            <a:ext cx="2240280" cy="4023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00" b="1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指标名称A</a:t>
            </a:r>
          </a:p>
        </p:txBody>
      </p:sp>
      <p:sp>
        <p:nvSpPr>
          <p:cNvPr id="16" name="Placeholder 16"/>
          <p:cNvSpPr/>
          <p:nvPr/>
        </p:nvSpPr>
        <p:spPr>
          <a:xfrm>
            <a:off x="9089136" y="3502152"/>
            <a:ext cx="2249424" cy="4023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00" b="1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指标名称B</a:t>
            </a:r>
          </a:p>
        </p:txBody>
      </p:sp>
      <p:sp>
        <p:nvSpPr>
          <p:cNvPr id="17" name="Placeholder 17"/>
          <p:cNvSpPr/>
          <p:nvPr/>
        </p:nvSpPr>
        <p:spPr>
          <a:xfrm>
            <a:off x="6318504" y="3950208"/>
            <a:ext cx="224028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指标说明</a:t>
            </a:r>
          </a:p>
        </p:txBody>
      </p:sp>
      <p:sp>
        <p:nvSpPr>
          <p:cNvPr id="18" name="Placeholder 18"/>
          <p:cNvSpPr/>
          <p:nvPr/>
        </p:nvSpPr>
        <p:spPr>
          <a:xfrm>
            <a:off x="9089136" y="3950208"/>
            <a:ext cx="2249424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指标说明</a:t>
            </a:r>
          </a:p>
        </p:txBody>
      </p:sp>
      <p:sp>
        <p:nvSpPr>
          <p:cNvPr id="19" name="Placeholder 19"/>
          <p:cNvSpPr/>
          <p:nvPr/>
        </p:nvSpPr>
        <p:spPr>
          <a:xfrm>
            <a:off x="685800" y="5815584"/>
            <a:ext cx="5166360" cy="310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lang="zh-CN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图片说明</a:t>
            </a:r>
          </a:p>
        </p:txBody>
      </p:sp>
      <p:sp>
        <p:nvSpPr>
          <p:cNvPr id="20" name="Placeholder 20"/>
          <p:cNvSpPr/>
          <p:nvPr/>
        </p:nvSpPr>
        <p:spPr>
          <a:xfrm>
            <a:off x="685800" y="6181344"/>
            <a:ext cx="51663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00" b="1" lang="zh-CN">
                <a:solidFill>
                  <a:srgbClr val="9E7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lang="zh-CN">
                <a:solidFill>
                  <a:srgbClr val="9E783F"/>
                </a:solidFill>
                <a:latin typeface="Microsoft YaHei"/>
                <a:ea typeface="Microsoft YaHei"/>
                <a:cs typeface="Microsoft YaHei"/>
              </a:rPr>
              <a:t>图片要点占位</a:t>
            </a:r>
          </a:p>
        </p:txBody>
      </p:sp>
      <p:sp>
        <p:nvSpPr>
          <p:cNvPr id="21" name="Placeholder 21"/>
          <p:cNvSpPr/>
          <p:nvPr/>
        </p:nvSpPr>
        <p:spPr>
          <a:xfrm>
            <a:off x="6309360" y="4572000"/>
            <a:ext cx="5010912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正文示例第一行</a:t>
            </a:r>
          </a:p>
        </p:txBody>
      </p:sp>
      <p:sp>
        <p:nvSpPr>
          <p:cNvPr id="22" name="Placeholder 22"/>
          <p:cNvSpPr/>
          <p:nvPr/>
        </p:nvSpPr>
        <p:spPr>
          <a:xfrm>
            <a:off x="6309360" y="4937760"/>
            <a:ext cx="5010912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正文示例第二行</a:t>
            </a:r>
          </a:p>
        </p:txBody>
      </p:sp>
      <p:sp>
        <p:nvSpPr>
          <p:cNvPr id="23" name="Placeholder 23"/>
          <p:cNvSpPr/>
          <p:nvPr/>
        </p:nvSpPr>
        <p:spPr>
          <a:xfrm>
            <a:off x="6309360" y="5303520"/>
            <a:ext cx="5010912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正文示例第三行</a:t>
            </a:r>
          </a:p>
        </p:txBody>
      </p:sp>
      <p:sp>
        <p:nvSpPr>
          <p:cNvPr id="24" name="Placeholder 24"/>
          <p:cNvSpPr/>
          <p:nvPr/>
        </p:nvSpPr>
        <p:spPr>
          <a:xfrm>
            <a:off x="6309360" y="5715000"/>
            <a:ext cx="5001768" cy="12802"/>
          </a:xfrm>
          <a:prstGeom prst="rect">
            <a:avLst/>
          </a:prstGeom>
          <a:solidFill>
            <a:srgbClr val="D9C6A4"/>
          </a:solidFill>
          <a:ln w="0">
            <a:noFill/>
            <a:prstDash val="solid"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5" name="Placeholder 25"/>
          <p:cNvSpPr/>
          <p:nvPr/>
        </p:nvSpPr>
        <p:spPr>
          <a:xfrm>
            <a:off x="6309360" y="5852160"/>
            <a:ext cx="5010912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补充说明第一行</a:t>
            </a:r>
          </a:p>
        </p:txBody>
      </p:sp>
      <p:sp>
        <p:nvSpPr>
          <p:cNvPr id="26" name="Placeholder 26"/>
          <p:cNvSpPr/>
          <p:nvPr/>
        </p:nvSpPr>
        <p:spPr>
          <a:xfrm>
            <a:off x="6309360" y="6208776"/>
            <a:ext cx="5010912" cy="338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lang="zh-CN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补充说明第二行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emphasis-and-text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8220456" y="4361688"/>
            <a:ext cx="3410712" cy="2011680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>
            <a:off x="4434840" y="4361688"/>
            <a:ext cx="3410712" cy="2011680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Placeholder 6"/>
          <p:cNvSpPr/>
          <p:nvPr/>
        </p:nvSpPr>
        <p:spPr>
          <a:xfrm>
            <a:off x="658368" y="4361688"/>
            <a:ext cx="3310128" cy="2011680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Placeholder 7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Placeholder 8"/>
          <p:cNvSpPr/>
          <p:nvPr/>
        </p:nvSpPr>
        <p:spPr>
          <a:xfrm>
            <a:off x="585216" y="228600"/>
            <a:ext cx="64008" cy="56692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Placeholder 9"/>
          <p:cNvSpPr/>
          <p:nvPr/>
        </p:nvSpPr>
        <p:spPr>
          <a:xfrm>
            <a:off x="822960" y="219456"/>
            <a:ext cx="107899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8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二、章节标题</a:t>
            </a:r>
          </a:p>
        </p:txBody>
      </p:sp>
      <p:sp>
        <p:nvSpPr>
          <p:cNvPr id="10" name="Placeholder 10"/>
          <p:cNvSpPr/>
          <p:nvPr/>
        </p:nvSpPr>
        <p:spPr>
          <a:xfrm>
            <a:off x="640080" y="1024128"/>
            <a:ext cx="10927080" cy="22860"/>
          </a:xfrm>
          <a:prstGeom prst="rect">
            <a:avLst/>
          </a:prstGeom>
          <a:solidFill>
            <a:srgbClr val="D9C6A4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Placeholder 11"/>
          <p:cNvSpPr/>
          <p:nvPr/>
        </p:nvSpPr>
        <p:spPr>
          <a:xfrm>
            <a:off x="685800" y="1225296"/>
            <a:ext cx="10881360" cy="53949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0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核心观点与说明</a:t>
            </a:r>
          </a:p>
        </p:txBody>
      </p:sp>
      <p:sp>
        <p:nvSpPr>
          <p:cNvPr id="12" name="Placeholder 12"/>
          <p:cNvSpPr/>
          <p:nvPr/>
        </p:nvSpPr>
        <p:spPr>
          <a:xfrm>
            <a:off x="685800" y="1975104"/>
            <a:ext cx="10817352" cy="2139696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Placeholder 13"/>
          <p:cNvSpPr/>
          <p:nvPr/>
        </p:nvSpPr>
        <p:spPr>
          <a:xfrm>
            <a:off x="960120" y="2103120"/>
            <a:ext cx="10241280" cy="167335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核心观点占位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</p:txBody>
      </p:sp>
      <p:sp>
        <p:nvSpPr>
          <p:cNvPr id="14" name="Placeholder 14"/>
          <p:cNvSpPr/>
          <p:nvPr/>
        </p:nvSpPr>
        <p:spPr>
          <a:xfrm>
            <a:off x="960120" y="3593592"/>
            <a:ext cx="1014984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zh-CN" sz="2000" b="0">
                <a:solidFill>
                  <a:srgbClr val="F1D39A"/>
                </a:solidFill>
                <a:latin typeface="Microsoft YaHei"/>
                <a:ea typeface="Microsoft YaHei"/>
                <a:cs typeface="Microsoft YaHei"/>
              </a:rPr>
              <a:t>说明占位</a:t>
            </a:r>
          </a:p>
        </p:txBody>
      </p:sp>
      <p:sp>
        <p:nvSpPr>
          <p:cNvPr id="15" name="Placeholder 15"/>
          <p:cNvSpPr/>
          <p:nvPr/>
        </p:nvSpPr>
        <p:spPr>
          <a:xfrm>
            <a:off x="804672" y="4517136"/>
            <a:ext cx="2999232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7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关键词一</a:t>
            </a:r>
          </a:p>
        </p:txBody>
      </p:sp>
      <p:sp>
        <p:nvSpPr>
          <p:cNvPr id="16" name="Placeholder 16"/>
          <p:cNvSpPr/>
          <p:nvPr/>
        </p:nvSpPr>
        <p:spPr>
          <a:xfrm>
            <a:off x="804672" y="5138928"/>
            <a:ext cx="2999232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17" name="Placeholder 17"/>
          <p:cNvSpPr/>
          <p:nvPr/>
        </p:nvSpPr>
        <p:spPr>
          <a:xfrm>
            <a:off x="4617720" y="4517136"/>
            <a:ext cx="2999232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7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关键词二</a:t>
            </a:r>
          </a:p>
        </p:txBody>
      </p:sp>
      <p:sp>
        <p:nvSpPr>
          <p:cNvPr id="18" name="Placeholder 18"/>
          <p:cNvSpPr/>
          <p:nvPr/>
        </p:nvSpPr>
        <p:spPr>
          <a:xfrm>
            <a:off x="4617720" y="5138928"/>
            <a:ext cx="2999232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19" name="Placeholder 19"/>
          <p:cNvSpPr/>
          <p:nvPr/>
        </p:nvSpPr>
        <p:spPr>
          <a:xfrm>
            <a:off x="8412480" y="4517136"/>
            <a:ext cx="2999232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7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关键词三</a:t>
            </a:r>
          </a:p>
        </p:txBody>
      </p:sp>
      <p:sp>
        <p:nvSpPr>
          <p:cNvPr id="20" name="Placeholder 20"/>
          <p:cNvSpPr/>
          <p:nvPr/>
        </p:nvSpPr>
        <p:spPr>
          <a:xfrm>
            <a:off x="8412480" y="5138928"/>
            <a:ext cx="2999232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3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native-table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>
            <a:off x="585216" y="228600"/>
            <a:ext cx="64008" cy="56692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Placeholder 6"/>
          <p:cNvSpPr/>
          <p:nvPr/>
        </p:nvSpPr>
        <p:spPr>
          <a:xfrm>
            <a:off x="822960" y="219456"/>
            <a:ext cx="107899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8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三、章节标题</a:t>
            </a:r>
          </a:p>
        </p:txBody>
      </p:sp>
      <p:sp>
        <p:nvSpPr>
          <p:cNvPr id="7" name="Placeholder 7"/>
          <p:cNvSpPr/>
          <p:nvPr/>
        </p:nvSpPr>
        <p:spPr>
          <a:xfrm>
            <a:off x="640080" y="1024128"/>
            <a:ext cx="10927080" cy="22860"/>
          </a:xfrm>
          <a:prstGeom prst="rect">
            <a:avLst/>
          </a:prstGeom>
          <a:solidFill>
            <a:srgbClr val="D9C6A4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Placeholder 8"/>
          <p:cNvSpPr/>
          <p:nvPr/>
        </p:nvSpPr>
        <p:spPr>
          <a:xfrm>
            <a:off x="685800" y="1225296"/>
            <a:ext cx="10881360" cy="53949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30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表格占位</a:t>
            </a:r>
          </a:p>
        </p:txBody>
      </p:sp>
      <p:graphicFrame>
        <p:nvGraphicFramePr>
          <p:cNvPr id="9" name="Placeholder 9"/>
          <p:cNvGraphicFramePr/>
          <p:nvPr/>
        </p:nvGraphicFramePr>
        <p:xfrm>
          <a:off x="658368" y="1920240"/>
          <a:ext cx="10881360" cy="4471416"/>
        </p:xfrm>
        <a:graphic>
          <a:graphicData uri="http://schemas.openxmlformats.org/drawingml/2006/table">
            <a:tbl>
              <a:tblPr firstRow="1" bandRow="0"/>
              <a:tblGrid>
                <a:gridCol w="1417320"/>
                <a:gridCol w="2148840"/>
                <a:gridCol w="2880360"/>
                <a:gridCol w="4434840"/>
              </a:tblGrid>
              <a:tr h="557784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栏目一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AA211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栏目二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AA211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栏目三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AA211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栏目四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AA211B"/>
                    </a:solidFill>
                  </a:tcPr>
                </a:tc>
              </a:tr>
              <a:tr h="782726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AA21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项目1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</a:tr>
              <a:tr h="782726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AA21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项目2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</a:tr>
              <a:tr h="782726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AA21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项目3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</a:tr>
              <a:tr h="782726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AA21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项目4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FFCF7"/>
                    </a:solidFill>
                  </a:tcPr>
                </a:tc>
              </a:tr>
              <a:tr h="782726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1">
                          <a:solidFill>
                            <a:srgbClr val="AA21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项目5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sz="2000" b="0">
                          <a:solidFill>
                            <a:srgbClr val="3331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补充说明占位</a:t>
                      </a:r>
                    </a:p>
                  </a:txBody>
                  <a:tcPr marL="100000" marR="100000" marT="80000" marB="80000" anchor="ctr">
                    <a:lnL w="12700">
                      <a:solidFill>
                        <a:srgbClr val="B99C71"/>
                      </a:solidFill>
                      <a:prstDash val="solid"/>
                    </a:lnL>
                    <a:lnR w="12700">
                      <a:solidFill>
                        <a:srgbClr val="B99C71"/>
                      </a:solidFill>
                      <a:prstDash val="solid"/>
                    </a:lnR>
                    <a:lnT w="12700">
                      <a:solidFill>
                        <a:srgbClr val="B99C71"/>
                      </a:solidFill>
                      <a:prstDash val="solid"/>
                    </a:lnT>
                    <a:lnB w="12700">
                      <a:solidFill>
                        <a:srgbClr val="B99C71"/>
                      </a:solidFill>
                      <a:prstDash val="solid"/>
                    </a:lnB>
                    <a:solidFill>
                      <a:srgbClr val="F7F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native-process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Placeholder 4"/>
          <p:cNvSpPr/>
          <p:nvPr/>
        </p:nvSpPr>
        <p:spPr>
          <a:xfrm>
            <a:off x="8970264" y="2761488"/>
            <a:ext cx="2587752" cy="1993392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>
            <a:off x="6208776" y="2761488"/>
            <a:ext cx="2587752" cy="1993392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Placeholder 6"/>
          <p:cNvSpPr/>
          <p:nvPr/>
        </p:nvSpPr>
        <p:spPr>
          <a:xfrm>
            <a:off x="3447288" y="2761488"/>
            <a:ext cx="2587752" cy="1993392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Placeholder 7"/>
          <p:cNvSpPr/>
          <p:nvPr/>
        </p:nvSpPr>
        <p:spPr>
          <a:xfrm>
            <a:off x="685800" y="2761488"/>
            <a:ext cx="2587752" cy="1993392"/>
          </a:xfrm>
          <a:prstGeom prst="rect">
            <a:avLst/>
          </a:prstGeom>
          <a:solidFill>
            <a:srgbClr val="F7F2E9"/>
          </a:solidFill>
          <a:ln w="12700">
            <a:solidFill>
              <a:srgbClr val="D9C6A4"/>
            </a:solidFill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Placeholder 8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F7F2E9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Placeholder 9"/>
          <p:cNvSpPr/>
          <p:nvPr/>
        </p:nvSpPr>
        <p:spPr>
          <a:xfrm>
            <a:off x="585216" y="228600"/>
            <a:ext cx="64008" cy="566928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Placeholder 10"/>
          <p:cNvSpPr/>
          <p:nvPr/>
        </p:nvSpPr>
        <p:spPr>
          <a:xfrm>
            <a:off x="822960" y="219456"/>
            <a:ext cx="107899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8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四、章节标题</a:t>
            </a:r>
          </a:p>
        </p:txBody>
      </p:sp>
      <p:sp>
        <p:nvSpPr>
          <p:cNvPr id="11" name="Placeholder 11"/>
          <p:cNvSpPr/>
          <p:nvPr/>
        </p:nvSpPr>
        <p:spPr>
          <a:xfrm>
            <a:off x="640080" y="1024128"/>
            <a:ext cx="10927080" cy="22860"/>
          </a:xfrm>
          <a:prstGeom prst="rect">
            <a:avLst/>
          </a:prstGeom>
          <a:solidFill>
            <a:srgbClr val="D9C6A4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Placeholder 12"/>
          <p:cNvSpPr/>
          <p:nvPr/>
        </p:nvSpPr>
        <p:spPr>
          <a:xfrm>
            <a:off x="685800" y="1225296"/>
            <a:ext cx="10881360" cy="53949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30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流程与步骤占位</a:t>
            </a:r>
          </a:p>
        </p:txBody>
      </p:sp>
      <p:sp>
        <p:nvSpPr>
          <p:cNvPr id="13" name="Placeholder 13"/>
          <p:cNvSpPr/>
          <p:nvPr/>
        </p:nvSpPr>
        <p:spPr>
          <a:xfrm>
            <a:off x="731520" y="1947672"/>
            <a:ext cx="1069848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2200" b="0">
                <a:solidFill>
                  <a:srgbClr val="68615A"/>
                </a:solidFill>
                <a:latin typeface="Microsoft YaHei"/>
                <a:ea typeface="Microsoft YaHei"/>
                <a:cs typeface="Microsoft YaHei"/>
              </a:rPr>
              <a:t>流程说明占位</a:t>
            </a:r>
          </a:p>
        </p:txBody>
      </p:sp>
      <p:sp>
        <p:nvSpPr>
          <p:cNvPr id="14" name="Placeholder 14"/>
          <p:cNvSpPr/>
          <p:nvPr/>
        </p:nvSpPr>
        <p:spPr>
          <a:xfrm>
            <a:off x="685800" y="2761488"/>
            <a:ext cx="2587752" cy="630936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Placeholder 15"/>
          <p:cNvSpPr/>
          <p:nvPr/>
        </p:nvSpPr>
        <p:spPr>
          <a:xfrm>
            <a:off x="758952" y="2880360"/>
            <a:ext cx="2441448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步骤一</a:t>
            </a:r>
          </a:p>
        </p:txBody>
      </p:sp>
      <p:sp>
        <p:nvSpPr>
          <p:cNvPr id="16" name="Placeholder 16"/>
          <p:cNvSpPr/>
          <p:nvPr/>
        </p:nvSpPr>
        <p:spPr>
          <a:xfrm>
            <a:off x="813816" y="3639312"/>
            <a:ext cx="2331720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17" name="Placeholder 17"/>
          <p:cNvSpPr/>
          <p:nvPr/>
        </p:nvSpPr>
        <p:spPr>
          <a:xfrm>
            <a:off x="3300984" y="2999232"/>
            <a:ext cx="118872" cy="164592"/>
          </a:xfrm>
          <a:prstGeom prst="rightArrow">
            <a:avLst/>
          </a:prstGeom>
          <a:solidFill>
            <a:srgbClr val="9E783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Placeholder 18"/>
          <p:cNvSpPr/>
          <p:nvPr/>
        </p:nvSpPr>
        <p:spPr>
          <a:xfrm>
            <a:off x="3447288" y="2761488"/>
            <a:ext cx="2587752" cy="630936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9" name="Placeholder 19"/>
          <p:cNvSpPr/>
          <p:nvPr/>
        </p:nvSpPr>
        <p:spPr>
          <a:xfrm>
            <a:off x="3520440" y="2880360"/>
            <a:ext cx="2441448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步骤二</a:t>
            </a:r>
          </a:p>
        </p:txBody>
      </p:sp>
      <p:sp>
        <p:nvSpPr>
          <p:cNvPr id="20" name="Placeholder 20"/>
          <p:cNvSpPr/>
          <p:nvPr/>
        </p:nvSpPr>
        <p:spPr>
          <a:xfrm>
            <a:off x="3575304" y="3639312"/>
            <a:ext cx="2331720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21" name="Placeholder 21"/>
          <p:cNvSpPr/>
          <p:nvPr/>
        </p:nvSpPr>
        <p:spPr>
          <a:xfrm>
            <a:off x="6062472" y="2999232"/>
            <a:ext cx="118872" cy="164592"/>
          </a:xfrm>
          <a:prstGeom prst="rightArrow">
            <a:avLst/>
          </a:prstGeom>
          <a:solidFill>
            <a:srgbClr val="9E783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Placeholder 22"/>
          <p:cNvSpPr/>
          <p:nvPr/>
        </p:nvSpPr>
        <p:spPr>
          <a:xfrm>
            <a:off x="6208776" y="2761488"/>
            <a:ext cx="2587752" cy="630936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3" name="Placeholder 23"/>
          <p:cNvSpPr/>
          <p:nvPr/>
        </p:nvSpPr>
        <p:spPr>
          <a:xfrm>
            <a:off x="6281928" y="2880360"/>
            <a:ext cx="2441448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步骤三</a:t>
            </a:r>
          </a:p>
        </p:txBody>
      </p:sp>
      <p:sp>
        <p:nvSpPr>
          <p:cNvPr id="24" name="Placeholder 24"/>
          <p:cNvSpPr/>
          <p:nvPr/>
        </p:nvSpPr>
        <p:spPr>
          <a:xfrm>
            <a:off x="6336792" y="3639312"/>
            <a:ext cx="2331720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25" name="Placeholder 25"/>
          <p:cNvSpPr/>
          <p:nvPr/>
        </p:nvSpPr>
        <p:spPr>
          <a:xfrm>
            <a:off x="8823960" y="2999232"/>
            <a:ext cx="118872" cy="164592"/>
          </a:xfrm>
          <a:prstGeom prst="rightArrow">
            <a:avLst/>
          </a:prstGeom>
          <a:solidFill>
            <a:srgbClr val="9E783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Placeholder 26"/>
          <p:cNvSpPr/>
          <p:nvPr/>
        </p:nvSpPr>
        <p:spPr>
          <a:xfrm>
            <a:off x="8970264" y="2761488"/>
            <a:ext cx="2587752" cy="630936"/>
          </a:xfrm>
          <a:prstGeom prst="rect">
            <a:avLst/>
          </a:prstGeom>
          <a:solidFill>
            <a:srgbClr val="A6211C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Placeholder 27"/>
          <p:cNvSpPr/>
          <p:nvPr/>
        </p:nvSpPr>
        <p:spPr>
          <a:xfrm>
            <a:off x="9043416" y="2880360"/>
            <a:ext cx="2441448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步骤四</a:t>
            </a:r>
          </a:p>
        </p:txBody>
      </p:sp>
      <p:sp>
        <p:nvSpPr>
          <p:cNvPr id="28" name="Placeholder 28"/>
          <p:cNvSpPr/>
          <p:nvPr/>
        </p:nvSpPr>
        <p:spPr>
          <a:xfrm>
            <a:off x="9098280" y="3639312"/>
            <a:ext cx="2331720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29" name="Placeholder 29"/>
          <p:cNvSpPr/>
          <p:nvPr/>
        </p:nvSpPr>
        <p:spPr>
          <a:xfrm>
            <a:off x="804672" y="4965192"/>
            <a:ext cx="10561320" cy="22860"/>
          </a:xfrm>
          <a:prstGeom prst="rect">
            <a:avLst/>
          </a:prstGeom>
          <a:solidFill>
            <a:srgbClr val="9E783F"/>
          </a:solidFill>
          <a:ln w="12700">
            <a:noFill/>
          </a:ln>
        </p:spPr>
        <p:txBody>
          <a:bodyPr wrap="square" lIns="0" rIns="0" tIns="0" bIns="0"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0" name="Placeholder 30"/>
          <p:cNvSpPr/>
          <p:nvPr/>
        </p:nvSpPr>
        <p:spPr>
          <a:xfrm>
            <a:off x="804672" y="5212080"/>
            <a:ext cx="192024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5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要点一</a:t>
            </a:r>
          </a:p>
        </p:txBody>
      </p:sp>
      <p:sp>
        <p:nvSpPr>
          <p:cNvPr id="31" name="Placeholder 31"/>
          <p:cNvSpPr/>
          <p:nvPr/>
        </p:nvSpPr>
        <p:spPr>
          <a:xfrm>
            <a:off x="2907792" y="5212080"/>
            <a:ext cx="8458200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22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22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32" name="Placeholder 32"/>
          <p:cNvSpPr/>
          <p:nvPr/>
        </p:nvSpPr>
        <p:spPr>
          <a:xfrm>
            <a:off x="804672" y="6172200"/>
            <a:ext cx="192024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CN" sz="2500" b="1">
                <a:solidFill>
                  <a:srgbClr val="A6211C"/>
                </a:solidFill>
                <a:latin typeface="Microsoft YaHei"/>
                <a:ea typeface="Microsoft YaHei"/>
                <a:cs typeface="Microsoft YaHei"/>
              </a:rPr>
              <a:t>要点二</a:t>
            </a:r>
          </a:p>
        </p:txBody>
      </p:sp>
      <p:sp>
        <p:nvSpPr>
          <p:cNvPr id="33" name="Placeholder 33"/>
          <p:cNvSpPr/>
          <p:nvPr/>
        </p:nvSpPr>
        <p:spPr>
          <a:xfrm>
            <a:off x="2907792" y="6135624"/>
            <a:ext cx="8458200" cy="53949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2100" b="0">
                <a:solidFill>
                  <a:srgbClr val="33302D"/>
                </a:solidFill>
                <a:latin typeface="Microsoft YaHei"/>
                <a:ea typeface="Microsoft YaHei"/>
                <a:cs typeface="Microsoft YaHei"/>
              </a:rPr>
              <a:t>正文示例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losing">
    <p:spTree>
      <p:nvGrpSpPr>
        <p:cNvPr id="1" name="Layou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42B1F"/>
              </a:gs>
              <a:gs pos="55000">
                <a:srgbClr val="A81410"/>
              </a:gs>
              <a:gs pos="100000">
                <a:srgbClr val="8C0E0B"/>
              </a:gs>
            </a:gsLst>
            <a:lin ang="3900000" scaled="1"/>
          </a:gra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Placeholder 3"/>
          <p:cNvSpPr/>
          <p:nvPr/>
        </p:nvSpPr>
        <p:spPr>
          <a:xfrm rot="0" flipH="0" flipV="0">
            <a:off x="0" y="2000250"/>
            <a:ext cx="12192000" cy="876300"/>
          </a:xfrm>
          <a:prstGeom prst="rect"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5700" b="1" spc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结束语</a:t>
            </a:r>
          </a:p>
        </p:txBody>
      </p:sp>
      <p:sp>
        <p:nvSpPr>
          <p:cNvPr id="4" name="Placeholder 4"/>
          <p:cNvSpPr/>
          <p:nvPr/>
        </p:nvSpPr>
        <p:spPr>
          <a:xfrm rot="0" flipH="0" flipV="0">
            <a:off x="5143500" y="3200400"/>
            <a:ext cx="1905000" cy="28575"/>
          </a:xfrm>
          <a:prstGeom prst="rect">
            <a:avLst/>
          </a:prstGeom>
          <a:solidFill>
            <a:srgbClr val="E6C27A"/>
          </a:solidFill>
          <a:ln/>
        </p:spPr>
        <p:txBody>
          <a:bodyPr>
            <a:noAutofit/>
          </a:bodyPr>
          <a:lstStyle/>
          <a:p>
            <a:pPr/>
            <a:r>
              <a:rPr lang="zh-CN" sz="220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Placeholder 5"/>
          <p:cNvSpPr/>
          <p:nvPr/>
        </p:nvSpPr>
        <p:spPr>
          <a:xfrm rot="0" flipH="0" flipV="0">
            <a:off x="1047750" y="3476625"/>
            <a:ext cx="10096500" cy="504825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4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  <a:cs typeface="Microsoft YaHei"/>
              </a:rPr>
              <a:t>总结文字占位</a:t>
            </a:r>
          </a:p>
        </p:txBody>
      </p:sp>
      <p:sp>
        <p:nvSpPr>
          <p:cNvPr id="6" name="Placeholder 6"/>
          <p:cNvSpPr/>
          <p:nvPr/>
        </p:nvSpPr>
        <p:spPr>
          <a:xfrm rot="0" flipH="0" flipV="0">
            <a:off x="502920" y="4000500"/>
            <a:ext cx="11183112" cy="786384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2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  <a:cs typeface="Microsoft YaHei"/>
              </a:rPr>
              <a:t>补充说明占位</a:t>
            </a:r>
          </a:p>
        </p:txBody>
      </p:sp>
      <p:sp>
        <p:nvSpPr>
          <p:cNvPr id="7" name="Placeholder 7"/>
          <p:cNvSpPr/>
          <p:nvPr/>
        </p:nvSpPr>
        <p:spPr>
          <a:xfrm rot="0" flipH="0" flipV="0">
            <a:off x="1143000" y="5330952"/>
            <a:ext cx="9902952" cy="411480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300">
                <a:solidFill>
                  <a:srgbClr val="E6C27A"/>
                </a:solidFill>
                <a:latin typeface="Microsoft YaHei"/>
                <a:ea typeface="Microsoft YaHei"/>
                <a:cs typeface="Microsoft YaHei"/>
              </a:rPr>
              <a:t>已净化可复用模板</a:t>
            </a:r>
          </a:p>
        </p:txBody>
      </p:sp>
      <p:sp>
        <p:nvSpPr>
          <p:cNvPr id="8" name="Placeholder 8"/>
          <p:cNvSpPr/>
          <p:nvPr/>
        </p:nvSpPr>
        <p:spPr>
          <a:xfrm rot="0" flipH="0" flipV="0">
            <a:off x="2971800" y="5806440"/>
            <a:ext cx="6245352" cy="411480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 latinLnBrk="0" eaLnBrk="1">
              <a:lnSpc>
                <a:spcPct val="108000"/>
              </a:lnSpc>
            </a:pPr>
            <a:r>
              <a:rPr lang="zh-CN" sz="20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主讲人占位　日期占位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tral Red Cream Gold">
  <a:themeElements>
    <a:clrScheme name="Neutral">
      <a:dk1>
        <a:srgbClr val="33302D"/>
      </a:dk1>
      <a:lt1>
        <a:srgbClr val="FFFFFF"/>
      </a:lt1>
      <a:dk2>
        <a:srgbClr val="68615A"/>
      </a:dk2>
      <a:lt2>
        <a:srgbClr val="F7F2E9"/>
      </a:lt2>
      <a:accent1>
        <a:srgbClr val="A6211C"/>
      </a:accent1>
      <a:accent2>
        <a:srgbClr val="9E783F"/>
      </a:accent2>
      <a:accent3>
        <a:srgbClr val="D9C6A4"/>
      </a:accent3>
      <a:accent4>
        <a:srgbClr val="E6C27A"/>
      </a:accent4>
      <a:accent5>
        <a:srgbClr val="BF7950"/>
      </a:accent5>
      <a:accent6>
        <a:srgbClr val="8C0E0B"/>
      </a:accent6>
      <a:hlink>
        <a:srgbClr val="A6211C"/>
      </a:hlink>
      <a:folHlink>
        <a:srgbClr val="9E783F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